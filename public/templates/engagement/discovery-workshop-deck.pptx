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Microsoft Advanced Specialization</a:t>
            </a:r>
          </a:p>
          <a:p>
            <a:r>
              <a:rPr sz="2800" b="1">
                <a:solidFill>
                  <a:srgbClr val="FFFFFF"/>
                </a:solidFill>
              </a:rPr>
              <a:t>Networking Services in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3D91"/>
                </a:solidFill>
              </a:rPr>
              <a:t>Discovery Workshop</a:t>
            </a:r>
          </a:p>
          <a:p>
            <a:r>
              <a:rPr sz="1800" i="1"/>
              <a:t>3-day facilitated workshop for Azure networking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Day 1 — Current state and topology whiteboard</a:t>
            </a:r>
          </a:p>
          <a:p>
            <a:pPr>
              <a:spcAft>
                <a:spcPts val="600"/>
              </a:spcAft>
            </a:pPr>
            <a:r>
              <a:rPr sz="1800"/>
              <a:t>•  Day 2 — Target state options and decisions</a:t>
            </a:r>
          </a:p>
          <a:p>
            <a:pPr>
              <a:spcAft>
                <a:spcPts val="600"/>
              </a:spcAft>
            </a:pPr>
            <a:r>
              <a:rPr sz="1800"/>
              <a:t>•  Day 3 — Prioritisation and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Day 1 — 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Recap of the qualification questionnaire (30 min)</a:t>
            </a:r>
          </a:p>
          <a:p>
            <a:pPr>
              <a:spcAft>
                <a:spcPts val="600"/>
              </a:spcAft>
            </a:pPr>
            <a:r>
              <a:rPr sz="1800"/>
              <a:t>•  Customer presents current-state topology (60 min)</a:t>
            </a:r>
          </a:p>
          <a:p>
            <a:pPr>
              <a:spcAft>
                <a:spcPts val="600"/>
              </a:spcAft>
            </a:pPr>
            <a:r>
              <a:rPr sz="1800"/>
              <a:t>•  Whiteboard: hubs, spokes, ER/VPN, DNS authority, internet edge (90 min)</a:t>
            </a:r>
          </a:p>
          <a:p>
            <a:pPr>
              <a:spcAft>
                <a:spcPts val="600"/>
              </a:spcAft>
            </a:pPr>
            <a:r>
              <a:rPr sz="1800"/>
              <a:t>•  Gap identification against CAF network topology (60 min)</a:t>
            </a:r>
          </a:p>
          <a:p>
            <a:pPr>
              <a:spcAft>
                <a:spcPts val="600"/>
              </a:spcAft>
            </a:pPr>
            <a:r>
              <a:rPr sz="1800"/>
              <a:t>•  Day 1 readout: top 5 risks and top 5 opportunities (30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Day 2 — Target state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Reference-architecture menu walkthrough (60 min)</a:t>
            </a:r>
          </a:p>
          <a:p>
            <a:pPr>
              <a:spcAft>
                <a:spcPts val="600"/>
              </a:spcAft>
            </a:pPr>
            <a:r>
              <a:rPr sz="1800"/>
              <a:t>•  Hub-spoke vs Virtual WAN decision criteria (90 min)</a:t>
            </a:r>
          </a:p>
          <a:p>
            <a:pPr>
              <a:spcAft>
                <a:spcPts val="600"/>
              </a:spcAft>
            </a:pPr>
            <a:r>
              <a:rPr sz="1800"/>
              <a:t>•  Firewall Premium vs 3rd-party NVA — TLS inspection and IDPS (60 min)</a:t>
            </a:r>
          </a:p>
          <a:p>
            <a:pPr>
              <a:spcAft>
                <a:spcPts val="600"/>
              </a:spcAft>
            </a:pPr>
            <a:r>
              <a:rPr sz="1800"/>
              <a:t>•  Front Door vs App Gateway vs both (60 min)</a:t>
            </a:r>
          </a:p>
          <a:p>
            <a:pPr>
              <a:spcAft>
                <a:spcPts val="600"/>
              </a:spcAft>
            </a:pPr>
            <a:r>
              <a:rPr sz="1800"/>
              <a:t>•  Seed decision log: minimum 10 decisions captured (30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Day 3 — Prioritisation +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Backlog generation: gaps + decisions → epic-level workstreams (60 min)</a:t>
            </a:r>
          </a:p>
          <a:p>
            <a:pPr>
              <a:spcAft>
                <a:spcPts val="600"/>
              </a:spcAft>
            </a:pPr>
            <a:r>
              <a:rPr sz="1800"/>
              <a:t>•  T-shirt sizing per workstream (60 min)</a:t>
            </a:r>
          </a:p>
          <a:p>
            <a:pPr>
              <a:spcAft>
                <a:spcPts val="600"/>
              </a:spcAft>
            </a:pPr>
            <a:r>
              <a:rPr sz="1800"/>
              <a:t>•  Sequencing: quick wins, foundational, transformational (60 min)</a:t>
            </a:r>
          </a:p>
          <a:p>
            <a:pPr>
              <a:spcAft>
                <a:spcPts val="600"/>
              </a:spcAft>
            </a:pPr>
            <a:r>
              <a:rPr sz="1800"/>
              <a:t>•  Roadmap on a page (90 min)</a:t>
            </a:r>
          </a:p>
          <a:p>
            <a:pPr>
              <a:spcAft>
                <a:spcPts val="600"/>
              </a:spcAft>
            </a:pPr>
            <a:r>
              <a:rPr sz="1800"/>
              <a:t>•  Workshop close: signed-off roadmap, owners, next-step gates (30 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Reference architecture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Hub-and-spoke (classic)</a:t>
            </a:r>
          </a:p>
          <a:p>
            <a:pPr>
              <a:spcAft>
                <a:spcPts val="600"/>
              </a:spcAft>
            </a:pPr>
            <a:r>
              <a:rPr sz="1800"/>
              <a:t>•  Virtual WAN — Secured Virtual Hub</a:t>
            </a:r>
          </a:p>
          <a:p>
            <a:pPr>
              <a:spcAft>
                <a:spcPts val="600"/>
              </a:spcAft>
            </a:pPr>
            <a:r>
              <a:rPr sz="1800"/>
              <a:t>•  Secure edge / internet ingress</a:t>
            </a:r>
          </a:p>
          <a:p>
            <a:pPr>
              <a:spcAft>
                <a:spcPts val="600"/>
              </a:spcAft>
            </a:pPr>
            <a:r>
              <a:rPr sz="1800"/>
              <a:t>•  Multi-region traffic management</a:t>
            </a:r>
          </a:p>
          <a:p>
            <a:pPr>
              <a:spcAft>
                <a:spcPts val="600"/>
              </a:spcAft>
            </a:pPr>
            <a:r>
              <a:rPr sz="1800"/>
              <a:t>•  PaaS isolation (Private Endpoints + Private DNS)</a:t>
            </a:r>
          </a:p>
          <a:p>
            <a:pPr>
              <a:spcAft>
                <a:spcPts val="600"/>
              </a:spcAft>
            </a:pPr>
            <a:r>
              <a:rPr sz="1800"/>
              <a:t>•  Hybrid connectivity baseline (ER + VPN failover)</a:t>
            </a:r>
          </a:p>
          <a:p>
            <a:pPr>
              <a:spcAft>
                <a:spcPts val="600"/>
              </a:spcAft>
            </a:pPr>
            <a:r>
              <a:rPr sz="1800"/>
              <a:t>•  Landing-zone connectivity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Traffic-flow prompts (capture ≥ 3 per customer)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User in {region} opens {public-facing app} — browser to database</a:t>
            </a:r>
          </a:p>
          <a:p>
            <a:pPr>
              <a:spcAft>
                <a:spcPts val="600"/>
              </a:spcAft>
            </a:pPr>
            <a:r>
              <a:rPr sz="1800"/>
              <a:t>•  SQL query from {workload} to {storage account} — full path</a:t>
            </a:r>
          </a:p>
          <a:p>
            <a:pPr>
              <a:spcAft>
                <a:spcPts val="600"/>
              </a:spcAft>
            </a:pPr>
            <a:r>
              <a:rPr sz="1800"/>
              <a:t>•  Admin RDPs on-prem to spoke VM — path including DNS resolution</a:t>
            </a:r>
          </a:p>
          <a:p>
            <a:pPr>
              <a:spcAft>
                <a:spcPts val="600"/>
              </a:spcAft>
            </a:pPr>
            <a:r>
              <a:rPr sz="1800"/>
              <a:t>•  Backup of {workload} to {target} — route, throughput, egress cost</a:t>
            </a:r>
          </a:p>
          <a:p>
            <a:pPr>
              <a:spcAft>
                <a:spcPts val="600"/>
              </a:spcAft>
            </a:pPr>
            <a:r>
              <a:rPr sz="1800"/>
              <a:t>•  Failover scenario: ER circuit drops — how traffic continues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Output of the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Completed assessment artifact (feeds Module B.1.1)</a:t>
            </a:r>
          </a:p>
          <a:p>
            <a:pPr>
              <a:spcAft>
                <a:spcPts val="600"/>
              </a:spcAft>
            </a:pPr>
            <a:r>
              <a:rPr sz="1800"/>
              <a:t>•  Filled-in decision log</a:t>
            </a:r>
          </a:p>
          <a:p>
            <a:pPr>
              <a:spcAft>
                <a:spcPts val="600"/>
              </a:spcAft>
            </a:pPr>
            <a:r>
              <a:rPr sz="1800"/>
              <a:t>•  Signed-off roadmap on a page</a:t>
            </a:r>
          </a:p>
          <a:p>
            <a:pPr>
              <a:spcAft>
                <a:spcPts val="600"/>
              </a:spcAft>
            </a:pPr>
            <a:r>
              <a:rPr sz="1800"/>
              <a:t>•  Traffic-flow diagrams for 3 representative workloads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 Confirm in-scope reference architecture</a:t>
            </a:r>
          </a:p>
          <a:p>
            <a:pPr>
              <a:spcAft>
                <a:spcPts val="600"/>
              </a:spcAft>
            </a:pPr>
            <a:r>
              <a:rPr sz="1800"/>
              <a:t>•  Schedule Solution Design working sessions (B.2.1)</a:t>
            </a:r>
          </a:p>
          <a:p>
            <a:pPr>
              <a:spcAft>
                <a:spcPts val="600"/>
              </a:spcAft>
            </a:pPr>
            <a:r>
              <a:rPr sz="1800"/>
              <a:t>•  Schedule Well-Architected Review session (B.2.2)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Advanced Specialization — Networking Services in Microsoft Azure — Discovery Workshop Deck</dc:title>
  <dc:subject/>
  <dc:creator>Microsoft Partner Innersource Template</dc:creator>
  <cp:keywords/>
  <dc:description>generated using python-pptx</dc:description>
  <cp:lastModifiedBy>Microsoft Partner Innersource Template</cp:lastModifiedBy>
  <cp:revision>1</cp:revision>
  <dcterms:created xsi:type="dcterms:W3CDTF">2013-01-27T09:14:16Z</dcterms:created>
  <dcterms:modified xsi:type="dcterms:W3CDTF">2013-01-27T09:15:58Z</dcterms:modified>
  <cp:category/>
</cp:coreProperties>
</file>