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Microsoft Advanced Specialization</a:t>
            </a:r>
          </a:p>
          <a:p>
            <a:r>
              <a:rPr sz="2800" b="1">
                <a:solidFill>
                  <a:srgbClr val="FFFFFF"/>
                </a:solidFill>
              </a:rPr>
              <a:t>Networking Services in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3D91"/>
                </a:solidFill>
              </a:rPr>
              <a:t>Azure Networking Foundation</a:t>
            </a:r>
          </a:p>
          <a:p>
            <a:r>
              <a:rPr sz="1800" i="1"/>
              <a:t>Productised offering — 12-week path to a production-ready landing-zone connectivity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Production-ready Azure network in &lt; 12 weeks</a:t>
            </a:r>
          </a:p>
          <a:p>
            <a:pPr>
              <a:spcAft>
                <a:spcPts val="600"/>
              </a:spcAft>
            </a:pPr>
            <a:r>
              <a:rPr sz="1800"/>
              <a:t>•  Hub-spoke or Virtual WAN base, segmented spokes, secure edge</a:t>
            </a:r>
          </a:p>
          <a:p>
            <a:pPr>
              <a:spcAft>
                <a:spcPts val="600"/>
              </a:spcAft>
            </a:pPr>
            <a:r>
              <a:rPr sz="1800"/>
              <a:t>•  Audit-aligned outputs (ALZ Review, WAR Networking, security baseline)</a:t>
            </a:r>
          </a:p>
          <a:p>
            <a:pPr>
              <a:spcAft>
                <a:spcPts val="600"/>
              </a:spcAft>
            </a:pPr>
            <a:r>
              <a:rPr sz="1800"/>
              <a:t>•  Operational runbooks, KT, and hypercare baked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Three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Day-2 ready — runbooks, KT, hypercare from day one</a:t>
            </a:r>
          </a:p>
          <a:p>
            <a:pPr>
              <a:spcAft>
                <a:spcPts val="600"/>
              </a:spcAft>
            </a:pPr>
            <a:r>
              <a:rPr sz="1800"/>
              <a:t>•  Audit-aligned — outputs map to ALZ Review and WAF Networking pillars</a:t>
            </a:r>
          </a:p>
          <a:p>
            <a:pPr>
              <a:spcAft>
                <a:spcPts val="600"/>
              </a:spcAft>
            </a:pPr>
            <a:r>
              <a:rPr sz="1800"/>
              <a:t>•  Reusable IaC (Bicep / Terraform) handed over to the customer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In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Hub-and-spoke or Virtual WAN topology</a:t>
            </a:r>
          </a:p>
          <a:p>
            <a:pPr>
              <a:spcAft>
                <a:spcPts val="600"/>
              </a:spcAft>
            </a:pPr>
            <a:r>
              <a:rPr sz="1800"/>
              <a:t>•  Segmentation (NSG / ASG / Firewall policy)</a:t>
            </a:r>
          </a:p>
          <a:p>
            <a:pPr>
              <a:spcAft>
                <a:spcPts val="600"/>
              </a:spcAft>
            </a:pPr>
            <a:r>
              <a:rPr sz="1800"/>
              <a:t>•  Secure edge: Front Door + Application Gateway</a:t>
            </a:r>
          </a:p>
          <a:p>
            <a:pPr>
              <a:spcAft>
                <a:spcPts val="600"/>
              </a:spcAft>
            </a:pPr>
            <a:r>
              <a:rPr sz="1800"/>
              <a:t>•  Azure Firewall Standard or Premium</a:t>
            </a:r>
          </a:p>
          <a:p>
            <a:pPr>
              <a:spcAft>
                <a:spcPts val="600"/>
              </a:spcAft>
            </a:pPr>
            <a:r>
              <a:rPr sz="1800"/>
              <a:t>•  Bastion, Private Link, Private DNS</a:t>
            </a:r>
          </a:p>
          <a:p>
            <a:pPr>
              <a:spcAft>
                <a:spcPts val="600"/>
              </a:spcAft>
            </a:pPr>
            <a:r>
              <a:rPr sz="1800"/>
              <a:t>•  Observability baseline: NSG Flow Logs, Connection Monitor, Network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Out of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Application refactoring or replatforming</a:t>
            </a:r>
          </a:p>
          <a:p>
            <a:pPr>
              <a:spcAft>
                <a:spcPts val="600"/>
              </a:spcAft>
            </a:pPr>
            <a:r>
              <a:rPr sz="1800"/>
              <a:t>•  Identity migration</a:t>
            </a:r>
          </a:p>
          <a:p>
            <a:pPr>
              <a:spcAft>
                <a:spcPts val="600"/>
              </a:spcAft>
            </a:pPr>
            <a:r>
              <a:rPr sz="1800"/>
              <a:t>•  Ongoing managed network operations (separately quoted)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Entry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Active Azure tenant</a:t>
            </a:r>
          </a:p>
          <a:p>
            <a:pPr>
              <a:spcAft>
                <a:spcPts val="600"/>
              </a:spcAft>
            </a:pPr>
            <a:r>
              <a:rPr sz="1800"/>
              <a:t>•  Executive sponsor identified</a:t>
            </a:r>
          </a:p>
          <a:p>
            <a:pPr>
              <a:spcAft>
                <a:spcPts val="600"/>
              </a:spcAft>
            </a:pPr>
            <a:r>
              <a:rPr sz="1800"/>
              <a:t>•  ALZ or hub-spoke decision direction agreed</a:t>
            </a:r>
          </a:p>
          <a:p>
            <a:pPr>
              <a:spcAft>
                <a:spcPts val="600"/>
              </a:spcAft>
            </a:pPr>
            <a:r>
              <a:rPr sz="1800"/>
              <a:t>•  Security architect engaged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Pricing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Discovery + Design — fixed fee</a:t>
            </a:r>
          </a:p>
          <a:p>
            <a:pPr>
              <a:spcAft>
                <a:spcPts val="600"/>
              </a:spcAft>
            </a:pPr>
            <a:r>
              <a:rPr sz="1800"/>
              <a:t>•  Pilot deployment — fixed fee</a:t>
            </a:r>
          </a:p>
          <a:p>
            <a:pPr>
              <a:spcAft>
                <a:spcPts val="600"/>
              </a:spcAft>
            </a:pPr>
            <a:r>
              <a:rPr sz="1800"/>
              <a:t>•  Production rollout — T&amp;M (capped) or fixed fee per environment</a:t>
            </a:r>
          </a:p>
          <a:p>
            <a:pPr>
              <a:spcAft>
                <a:spcPts val="600"/>
              </a:spcAft>
            </a:pPr>
            <a:r>
              <a:rPr sz="1800"/>
              <a:t>•  Hypercare — 30-day fixed retainer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Exit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High-Level Design (HLD)</a:t>
            </a:r>
          </a:p>
          <a:p>
            <a:pPr>
              <a:spcAft>
                <a:spcPts val="600"/>
              </a:spcAft>
            </a:pPr>
            <a:r>
              <a:rPr sz="1800"/>
              <a:t>•  Low-Level Design (LLD)</a:t>
            </a:r>
          </a:p>
          <a:p>
            <a:pPr>
              <a:spcAft>
                <a:spcPts val="600"/>
              </a:spcAft>
            </a:pPr>
            <a:r>
              <a:rPr sz="1800"/>
              <a:t>•  Infrastructure-as-Code repository + pipeline</a:t>
            </a:r>
          </a:p>
          <a:p>
            <a:pPr>
              <a:spcAft>
                <a:spcPts val="600"/>
              </a:spcAft>
            </a:pPr>
            <a:r>
              <a:rPr sz="1800"/>
              <a:t>•  Runbooks (operational, change-control, incident)</a:t>
            </a:r>
          </a:p>
          <a:p>
            <a:pPr>
              <a:spcAft>
                <a:spcPts val="600"/>
              </a:spcAft>
            </a:pPr>
            <a:r>
              <a:rPr sz="1800"/>
              <a:t>•  Knowledge Transfer pack</a:t>
            </a:r>
          </a:p>
          <a:p>
            <a:pPr>
              <a:spcAft>
                <a:spcPts val="600"/>
              </a:spcAft>
            </a:pPr>
            <a:r>
              <a:rPr sz="1800"/>
              <a:t>•  Hypercare plan</a:t>
            </a:r>
          </a:p>
          <a:p>
            <a:pPr>
              <a:spcAft>
                <a:spcPts val="600"/>
              </a:spcAft>
            </a:pPr>
            <a:r>
              <a:rPr sz="1800"/>
              <a:t>•  ALZ Review + WAR exports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Schedule the qualification questionnaire walkthrough (60 min)</a:t>
            </a:r>
          </a:p>
          <a:p>
            <a:pPr>
              <a:spcAft>
                <a:spcPts val="600"/>
              </a:spcAft>
            </a:pPr>
            <a:r>
              <a:rPr sz="1800"/>
              <a:t>•  Confirm internal sponsor + delivery team availability</a:t>
            </a:r>
          </a:p>
          <a:p>
            <a:pPr>
              <a:spcAft>
                <a:spcPts val="600"/>
              </a:spcAft>
            </a:pPr>
            <a:r>
              <a:rPr sz="1800"/>
              <a:t>•  Book the 3-day discovery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Networking Services in Microsoft Azure — Offering One-Pager</dc:title>
  <dc:subject/>
  <dc:creator>Microsoft Partner Innersource Template</dc:creator>
  <cp:keywords/>
  <dc:description>generated using python-pptx</dc:description>
  <cp:lastModifiedBy>Microsoft Partner Innersource Template</cp:lastModifiedBy>
  <cp:revision>1</cp:revision>
  <dcterms:created xsi:type="dcterms:W3CDTF">2013-01-27T09:14:16Z</dcterms:created>
  <dcterms:modified xsi:type="dcterms:W3CDTF">2013-01-27T09:15:58Z</dcterms:modified>
  <cp:category/>
</cp:coreProperties>
</file>